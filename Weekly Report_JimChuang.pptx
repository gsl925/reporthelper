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6"/>
  </p:notesMasterIdLst>
  <p:handoutMasterIdLst>
    <p:handoutMasterId r:id="rId7"/>
  </p:handoutMasterIdLst>
  <p:sldIdLst>
    <p:sldId id="526" r:id="rId5"/>
  </p:sldIdLst>
  <p:sldSz cx="9906000" cy="6858000" type="A4"/>
  <p:notesSz cx="6807200" cy="9939338"/>
  <p:defaultTextStyle>
    <a:defPPr>
      <a:defRPr lang="zh-TW"/>
    </a:defPPr>
    <a:lvl1pPr marL="0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46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92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238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984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731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477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223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969" algn="l" defTabSz="1149492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AA652E8-2B6B-48DF-BE01-9C81D455AAEB}">
          <p14:sldIdLst>
            <p14:sldId id="526"/>
          </p14:sldIdLst>
        </p14:section>
        <p14:section name="未命名的章節" id="{38F3D64B-0C68-44DF-80E1-F2DD402BA0D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400" userDrawn="1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909"/>
    <a:srgbClr val="0066FF"/>
    <a:srgbClr val="FF3F3F"/>
    <a:srgbClr val="E86320"/>
    <a:srgbClr val="FF2009"/>
    <a:srgbClr val="FFD961"/>
    <a:srgbClr val="FFA861"/>
    <a:srgbClr val="0000FF"/>
    <a:srgbClr val="FF7D2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8469A5-72AA-40AE-AE10-180C6A419455}" v="22" dt="2024-05-24T02:34:58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20" autoAdjust="0"/>
    <p:restoredTop sz="95673" autoAdjust="0"/>
  </p:normalViewPr>
  <p:slideViewPr>
    <p:cSldViewPr>
      <p:cViewPr varScale="1">
        <p:scale>
          <a:sx n="154" d="100"/>
          <a:sy n="154" d="100"/>
        </p:scale>
        <p:origin x="1914" y="144"/>
      </p:cViewPr>
      <p:guideLst>
        <p:guide orient="horz" pos="1800"/>
        <p:guide pos="2400"/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640" y="52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8841D-6FBB-498C-8664-9F8FE655BD62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46E67-C794-414B-BFE8-35DAFB1B017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48164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8212D-7DBB-445B-AC9D-3EE19CEB042C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A09A61-44FC-4C7B-BDFE-415E494709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57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46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92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238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984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731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477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223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969" algn="l" defTabSz="114949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A09A61-44FC-4C7B-BDFE-415E494709E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584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178869" y="2184065"/>
            <a:ext cx="8241575" cy="1072116"/>
          </a:xfrm>
          <a:prstGeom prst="rect">
            <a:avLst/>
          </a:prstGeom>
        </p:spPr>
        <p:txBody>
          <a:bodyPr lIns="114949" tIns="57475" rIns="114949" bIns="57475"/>
          <a:lstStyle>
            <a:lvl1pPr algn="l" defTabSz="1149492" rtl="0" eaLnBrk="1" latinLnBrk="0" hangingPunct="1">
              <a:spcBef>
                <a:spcPct val="0"/>
              </a:spcBef>
              <a:buNone/>
              <a:defRPr lang="zh-TW" altLang="en-US" sz="6900" kern="1200" dirty="0">
                <a:gradFill flip="none" rotWithShape="1">
                  <a:gsLst>
                    <a:gs pos="0">
                      <a:srgbClr val="FFFFFF"/>
                    </a:gs>
                    <a:gs pos="7001">
                      <a:srgbClr val="E6E6E6"/>
                    </a:gs>
                    <a:gs pos="32001">
                      <a:schemeClr val="bg1">
                        <a:lumMod val="50000"/>
                      </a:schemeClr>
                    </a:gs>
                    <a:gs pos="47000">
                      <a:srgbClr val="E6E6E6"/>
                    </a:gs>
                    <a:gs pos="85001">
                      <a:schemeClr val="bg1">
                        <a:lumMod val="50000"/>
                      </a:schemeClr>
                    </a:gs>
                    <a:gs pos="100000">
                      <a:srgbClr val="E6E6E6"/>
                    </a:gs>
                  </a:gsLst>
                  <a:lin ang="5400000" scaled="0"/>
                  <a:tileRect/>
                </a:gra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ROG Fonts v1.5" panose="00000500000000000000" pitchFamily="50" charset="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TW" altLang="en-US" dirty="0"/>
              <a:t>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78870" y="3256181"/>
            <a:ext cx="6934200" cy="645798"/>
          </a:xfrm>
          <a:prstGeom prst="rect">
            <a:avLst/>
          </a:prstGeom>
        </p:spPr>
        <p:txBody>
          <a:bodyPr lIns="114949" tIns="57475" rIns="114949" bIns="57475"/>
          <a:lstStyle>
            <a:lvl1pPr marL="0" indent="0" algn="l">
              <a:buNone/>
              <a:defRPr sz="1800">
                <a:solidFill>
                  <a:schemeClr val="bg1">
                    <a:lumMod val="75000"/>
                  </a:schemeClr>
                </a:solidFill>
                <a:latin typeface="Xolonium" pitchFamily="50" charset="0"/>
              </a:defRPr>
            </a:lvl1pPr>
            <a:lvl2pPr marL="530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1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915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22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52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83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13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44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pic>
        <p:nvPicPr>
          <p:cNvPr id="9" name="Picture 3" descr="D:\Strix\PPT_template for guideline\ROG_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304" y="231845"/>
            <a:ext cx="1980000" cy="37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08" y="6481452"/>
            <a:ext cx="900000" cy="18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8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692696"/>
            <a:ext cx="8915400" cy="576064"/>
          </a:xfrm>
          <a:prstGeom prst="rect">
            <a:avLst/>
          </a:prstGeom>
        </p:spPr>
        <p:txBody>
          <a:bodyPr/>
          <a:lstStyle>
            <a:lvl1pPr>
              <a:defRPr sz="35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95300" y="1412776"/>
            <a:ext cx="8915400" cy="5184576"/>
          </a:xfrm>
          <a:prstGeom prst="rect">
            <a:avLst/>
          </a:prstGeom>
        </p:spPr>
        <p:txBody>
          <a:bodyPr/>
          <a:lstStyle>
            <a:lvl1pPr>
              <a:defRPr sz="2200" baseline="0">
                <a:solidFill>
                  <a:schemeClr val="bg1"/>
                </a:solidFill>
                <a:latin typeface="+mj-lt"/>
              </a:defRPr>
            </a:lvl1pPr>
            <a:lvl2pPr>
              <a:defRPr sz="1800" baseline="0">
                <a:solidFill>
                  <a:schemeClr val="bg2"/>
                </a:solidFill>
                <a:latin typeface="+mj-lt"/>
              </a:defRPr>
            </a:lvl2pPr>
            <a:lvl3pPr>
              <a:defRPr sz="16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3pPr>
            <a:lvl4pPr>
              <a:defRPr sz="1400" baseline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defRPr>
            </a:lvl4pPr>
            <a:lvl5pPr>
              <a:defRPr sz="14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5pPr>
            <a:lvl6pPr>
              <a:defRPr lang="zh-TW" altLang="en-US" sz="1400" kern="1200" baseline="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defRPr>
            </a:lvl6pPr>
            <a:lvl7pPr>
              <a:defRPr lang="zh-TW" altLang="en-US" sz="1400" kern="1200" baseline="0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defRPr>
            </a:lvl7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5"/>
            <a:r>
              <a:rPr lang="zh-TW" altLang="en-US" dirty="0"/>
              <a:t>第六層</a:t>
            </a:r>
            <a:endParaRPr lang="en-US" altLang="zh-TW" dirty="0"/>
          </a:p>
          <a:p>
            <a:pPr lvl="6"/>
            <a:r>
              <a:rPr lang="zh-TW" altLang="en-US" dirty="0"/>
              <a:t>第七層</a:t>
            </a:r>
          </a:p>
        </p:txBody>
      </p:sp>
      <p:pic>
        <p:nvPicPr>
          <p:cNvPr id="7" name="Picture 3" descr="D:\Strix\PPT_template for guideline\ROG_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304" y="231845"/>
            <a:ext cx="1980000" cy="37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31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6753"/>
            <a:ext cx="9906000" cy="84124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3" y="6480402"/>
            <a:ext cx="1029600" cy="211486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45"/>
          <a:stretch/>
        </p:blipFill>
        <p:spPr bwMode="auto">
          <a:xfrm>
            <a:off x="0" y="5892537"/>
            <a:ext cx="9907560" cy="96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08" y="6481452"/>
            <a:ext cx="900000" cy="184865"/>
          </a:xfrm>
          <a:prstGeom prst="rect">
            <a:avLst/>
          </a:prstGeom>
        </p:spPr>
      </p:pic>
      <p:pic>
        <p:nvPicPr>
          <p:cNvPr id="11" name="Picture 3" descr="D:\Strix\PPT_template for guideline\ROG_logo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304" y="231845"/>
            <a:ext cx="1980000" cy="377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副標題 2"/>
          <p:cNvSpPr>
            <a:spLocks noGrp="1"/>
          </p:cNvSpPr>
          <p:nvPr>
            <p:ph type="subTitle" idx="1"/>
          </p:nvPr>
        </p:nvSpPr>
        <p:spPr>
          <a:xfrm>
            <a:off x="200472" y="2204864"/>
            <a:ext cx="9490434" cy="1872208"/>
          </a:xfrm>
          <a:prstGeom prst="rect">
            <a:avLst/>
          </a:prstGeom>
        </p:spPr>
        <p:txBody>
          <a:bodyPr lIns="114949" tIns="57475" rIns="114949" bIns="57475" anchor="ctr"/>
          <a:lstStyle>
            <a:lvl1pPr marL="0" indent="0" algn="ctr">
              <a:buNone/>
              <a:defRPr sz="5000">
                <a:solidFill>
                  <a:schemeClr val="bg1">
                    <a:lumMod val="75000"/>
                  </a:schemeClr>
                </a:solidFill>
                <a:latin typeface="Xolonium" pitchFamily="50" charset="0"/>
              </a:defRPr>
            </a:lvl1pPr>
            <a:lvl2pPr marL="530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1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915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22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52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83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13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44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6739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tx1">
                <a:lumMod val="85000"/>
                <a:lumOff val="15000"/>
              </a:schemeClr>
            </a:gs>
            <a:gs pos="100000">
              <a:schemeClr val="tx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23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4" r:id="rId2"/>
    <p:sldLayoutId id="2147483671" r:id="rId3"/>
  </p:sldLayoutIdLst>
  <p:txStyles>
    <p:titleStyle>
      <a:lvl1pPr algn="ctr" defTabSz="1061028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7885" indent="-397885" algn="l" defTabSz="1061028" rtl="0" eaLnBrk="1" latinLnBrk="0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62085" indent="-331571" algn="l" defTabSz="1061028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26284" indent="-265257" algn="l" defTabSz="1061028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56798" indent="-265257" algn="l" defTabSz="1061028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87311" indent="-265257" algn="l" defTabSz="1061028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17825" indent="-265257" algn="l" defTabSz="106102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38" indent="-265257" algn="l" defTabSz="106102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78852" indent="-265257" algn="l" defTabSz="106102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09366" indent="-265257" algn="l" defTabSz="1061028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06102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0514" algn="l" defTabSz="106102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1028" algn="l" defTabSz="106102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91541" algn="l" defTabSz="106102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22055" algn="l" defTabSz="106102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52568" algn="l" defTabSz="106102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83082" algn="l" defTabSz="106102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13595" algn="l" defTabSz="106102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44109" algn="l" defTabSz="106102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04528" y="2060848"/>
            <a:ext cx="8640960" cy="1800200"/>
          </a:xfrm>
        </p:spPr>
        <p:txBody>
          <a:bodyPr/>
          <a:lstStyle/>
          <a:p>
            <a:pPr algn="ctr"/>
            <a:r>
              <a:rPr lang="en-US" altLang="zh-TW" sz="8800" dirty="0">
                <a:latin typeface="+mj-lt"/>
              </a:rPr>
              <a:t>Project  Status</a:t>
            </a:r>
            <a:endParaRPr lang="en-US" sz="8800" dirty="0">
              <a:latin typeface="+mj-lt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25208" y="4941168"/>
            <a:ext cx="2664296" cy="1080120"/>
          </a:xfrm>
        </p:spPr>
        <p:txBody>
          <a:bodyPr/>
          <a:lstStyle/>
          <a:p>
            <a:r>
              <a:rPr lang="en-US" altLang="zh-TW" sz="2800" dirty="0">
                <a:latin typeface="+mj-lt"/>
              </a:rPr>
              <a:t>2025.11.24</a:t>
            </a:r>
            <a:r>
              <a:rPr lang="zh-TW" altLang="en-US" sz="2800" dirty="0">
                <a:latin typeface="+mj-lt"/>
              </a:rPr>
              <a:t> </a:t>
            </a:r>
            <a:endParaRPr lang="en-US" altLang="zh-TW" sz="2800" dirty="0">
              <a:latin typeface="+mj-lt"/>
            </a:endParaRPr>
          </a:p>
          <a:p>
            <a:r>
              <a:rPr lang="en-US" altLang="zh-TW" sz="2800" dirty="0">
                <a:latin typeface="+mj-lt"/>
              </a:rPr>
              <a:t>Jim Chuang</a:t>
            </a:r>
          </a:p>
        </p:txBody>
      </p:sp>
    </p:spTree>
    <p:extLst>
      <p:ext uri="{BB962C8B-B14F-4D97-AF65-F5344CB8AC3E}">
        <p14:creationId xmlns:p14="http://schemas.microsoft.com/office/powerpoint/2010/main" val="1447283969"/>
      </p:ext>
    </p:extLst>
  </p:cSld>
  <p:clrMapOvr>
    <a:masterClrMapping/>
  </p:clrMapOvr>
</p:sld>
</file>

<file path=ppt/theme/theme1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74BDEA2024CA409016096F2D7B586B" ma:contentTypeVersion="11" ma:contentTypeDescription="Create a new document." ma:contentTypeScope="" ma:versionID="7787292cacf20c99374fbc3c1ba30b1c">
  <xsd:schema xmlns:xsd="http://www.w3.org/2001/XMLSchema" xmlns:xs="http://www.w3.org/2001/XMLSchema" xmlns:p="http://schemas.microsoft.com/office/2006/metadata/properties" xmlns:ns2="b3a16721-18fd-44b7-8ec5-1187ff0df8c4" xmlns:ns3="b853eec5-410e-4fe0-a989-a5cb380187bb" targetNamespace="http://schemas.microsoft.com/office/2006/metadata/properties" ma:root="true" ma:fieldsID="cd2e1ae1c8b3896f71c45a54ab2fedd8" ns2:_="" ns3:_="">
    <xsd:import namespace="b3a16721-18fd-44b7-8ec5-1187ff0df8c4"/>
    <xsd:import namespace="b853eec5-410e-4fe0-a989-a5cb380187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a16721-18fd-44b7-8ec5-1187ff0df8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35f32ca-9e08-423f-8326-4502660550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53eec5-410e-4fe0-a989-a5cb380187b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001d322-27b1-4442-af14-4b67ab7ad101}" ma:internalName="TaxCatchAll" ma:showField="CatchAllData" ma:web="b853eec5-410e-4fe0-a989-a5cb380187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a16721-18fd-44b7-8ec5-1187ff0df8c4">
      <Terms xmlns="http://schemas.microsoft.com/office/infopath/2007/PartnerControls"/>
    </lcf76f155ced4ddcb4097134ff3c332f>
    <TaxCatchAll xmlns="b853eec5-410e-4fe0-a989-a5cb380187bb" xsi:nil="true"/>
  </documentManagement>
</p:properties>
</file>

<file path=customXml/itemProps1.xml><?xml version="1.0" encoding="utf-8"?>
<ds:datastoreItem xmlns:ds="http://schemas.openxmlformats.org/officeDocument/2006/customXml" ds:itemID="{85FAA361-4BD2-404B-8134-52629A7817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063CF7-8C76-4E14-BD8B-E0C4AF4F36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a16721-18fd-44b7-8ec5-1187ff0df8c4"/>
    <ds:schemaRef ds:uri="b853eec5-410e-4fe0-a989-a5cb380187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4DF55E-38A3-4201-8002-F0AEF82722E2}">
  <ds:schemaRefs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b3a16721-18fd-44b7-8ec5-1187ff0df8c4"/>
    <ds:schemaRef ds:uri="b853eec5-410e-4fe0-a989-a5cb380187bb"/>
  </ds:schemaRefs>
</ds:datastoreItem>
</file>

<file path=docMetadata/LabelInfo.xml><?xml version="1.0" encoding="utf-8"?>
<clbl:labelList xmlns:clbl="http://schemas.microsoft.com/office/2020/mipLabelMetadata">
  <clbl:label id="{301f59c4-c269-4a66-8a8c-f5daab211fa3}" enabled="0" method="" siteId="{301f59c4-c269-4a66-8a8c-f5daab211f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582182</TotalTime>
  <Words>6</Words>
  <Application>Microsoft Office PowerPoint</Application>
  <PresentationFormat>A4 紙張 (210x297 公釐)</PresentationFormat>
  <Paragraphs>4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ROG Fonts v1.5</vt:lpstr>
      <vt:lpstr>Arial</vt:lpstr>
      <vt:lpstr>Calibri</vt:lpstr>
      <vt:lpstr>Xolonium</vt:lpstr>
      <vt:lpstr>1_自訂設計</vt:lpstr>
      <vt:lpstr>Project  Status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Natasha Lee(李正梅)</dc:creator>
  <cp:lastModifiedBy>Jim2 Chuang(莊智焜)</cp:lastModifiedBy>
  <cp:revision>23120</cp:revision>
  <cp:lastPrinted>2014-07-10T10:53:53Z</cp:lastPrinted>
  <dcterms:created xsi:type="dcterms:W3CDTF">2014-05-07T05:31:30Z</dcterms:created>
  <dcterms:modified xsi:type="dcterms:W3CDTF">2025-12-10T08:50:04Z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0x010100A174BDEA2024CA409016096F2D7B586B</vt:lpwstr>
  </property>
</Properties>
</file>